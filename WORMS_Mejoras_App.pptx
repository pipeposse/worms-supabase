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0E7AA8"/>
            </a:solidFill>
            <a:ln w="38100" cap="flat">
              <a:solidFill>
                <a:srgbClr val="0E7A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AA8"/>
              </a:solidFill>
              <a:ln w="9525" cap="flat">
                <a:solidFill>
                  <a:srgbClr val="0E7A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7003</c:v>
                </c:pt>
                <c:pt idx="1">
                  <c:v>3179</c:v>
                </c:pt>
                <c:pt idx="2">
                  <c:v>3453</c:v>
                </c:pt>
                <c:pt idx="3">
                  <c:v>4605</c:v>
                </c:pt>
                <c:pt idx="4">
                  <c:v>4048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767</c:v>
                </c:pt>
                <c:pt idx="1">
                  <c:v>254</c:v>
                </c:pt>
                <c:pt idx="2">
                  <c:v>218</c:v>
                </c:pt>
                <c:pt idx="3">
                  <c:v>349</c:v>
                </c:pt>
                <c:pt idx="4">
                  <c:v>339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Contribución M ARS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Piletas</c:v>
                  </c:pt>
                  <c:pt idx="1">
                    <c:v>Disp. líquidos</c:v>
                  </c:pt>
                  <c:pt idx="2">
                    <c:v>Exportación</c:v>
                  </c:pt>
                  <c:pt idx="3">
                    <c:v>Cereal</c:v>
                  </c:pt>
                  <c:pt idx="4">
                    <c:v>NFU</c:v>
                  </c:pt>
                  <c:pt idx="5">
                    <c:v>Bachas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1224</c:v>
                </c:pt>
                <c:pt idx="1">
                  <c:v>669</c:v>
                </c:pt>
                <c:pt idx="2">
                  <c:v>681</c:v>
                </c:pt>
                <c:pt idx="3">
                  <c:v>81</c:v>
                </c:pt>
                <c:pt idx="4">
                  <c:v>-172</c:v>
                </c:pt>
                <c:pt idx="5">
                  <c:v>-105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Ingreso ARE</c:v>
                  </c:pt>
                  <c:pt idx="1">
                    <c:v>− Costo MP</c:v>
                  </c:pt>
                  <c:pt idx="2">
                    <c:v>− Insumos</c:v>
                  </c:pt>
                  <c:pt idx="3">
                    <c:v>= Margen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5926</c:v>
                </c:pt>
                <c:pt idx="1">
                  <c:v>4554</c:v>
                </c:pt>
                <c:pt idx="2">
                  <c:v>1181</c:v>
                </c:pt>
                <c:pt idx="3">
                  <c:v>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6400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291840"/>
            <a:ext cx="5943600" cy="5943600"/>
          </a:xfrm>
          <a:prstGeom prst="ellipse">
            <a:avLst/>
          </a:prstGeom>
          <a:solidFill>
            <a:srgbClr val="0E7AA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WORMS · PANEL DE PRODUCCIÓN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Últimas mejoras y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actualizaciones de la app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operación diaria a la rentabilidad por reacción — un solo sistema.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para Dirección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se actualizó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874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 planta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688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único: qué espera cada reacción, bandeja de lab, trazabilidad, mermas y alertas.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600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0016" y="1911096"/>
            <a:ext cx="310896" cy="310896"/>
          </a:xfrm>
          <a:prstGeom prst="ellipse">
            <a:avLst/>
          </a:prstGeom>
          <a:solidFill>
            <a:srgbClr val="0E7AA8"/>
          </a:solidFill>
          <a:ln/>
        </p:spPr>
      </p:sp>
      <p:sp>
        <p:nvSpPr>
          <p:cNvPr id="10" name="Text 8"/>
          <p:cNvSpPr/>
          <p:nvPr/>
        </p:nvSpPr>
        <p:spPr>
          <a:xfrm>
            <a:off x="5138928" y="1874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Cierres · Rentabilidad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0016" y="24688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mensual, dónde está el valor, márgenes por segmento, Q1 vs Q2 e insights accionables.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66176" y="1600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58784" y="19110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97696" y="1874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Margen por reacción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58784" y="24688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real a nivel bacha: valor del ARE − materia prima − insumos, en vivo.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42569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389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proactivas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49834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negativo y rendimiento bajo saltan solos y ahora llegan por WhatsApp: aviso por evento y digest diario.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07408" y="41148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4425696"/>
            <a:ext cx="310896" cy="310896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4389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Tanques gráficos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0016" y="49834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planta: niveles por tanque, color por producto, WeDo vs manual y última medición.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66176" y="41148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58784" y="4425696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997696" y="4389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Accesos por rol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58784" y="4983480"/>
            <a:ext cx="3026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usuario ve solo lo suyo (operario anclado a Producción) y app más limpia.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 planta: todo en una pantalla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tablero que conecta producción, laboratorio y dirección.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ve, de un vistazo, qué reacción está trabada y a quién está esperando.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600200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0176" y="1911096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73952" y="1719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20208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reacción, su estado y a quién espera (lab u operario) y hace cuántas horas.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2615184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80176" y="29260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734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Bandeja de lab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reacciones que esperan un resultado, priorizadas por antigüedad.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3630168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394106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40507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historia de un lote: qué entró, qué salió y a qué tanque.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4645152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0176" y="495604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4764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Mermas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50657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 vs real: rendimiento por reacción.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5660136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0176" y="597103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5779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60807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urgente ahora: lab pendiente, purga sin OK, tanque lleno, margen.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había que abrir varias secciones para entender el estado. Ahora es una sola.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Cierres mensuales · Rentabilidad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22.288 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ene–may (ARS)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6642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1.927 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3484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· margen 8,6%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6642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3816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materia prima sobre el ingreso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(millones ARS)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474720"/>
          <a:ext cx="7498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366760" y="3383280"/>
            <a:ext cx="3246120" cy="3017520"/>
          </a:xfrm>
          <a:prstGeom prst="roundRect">
            <a:avLst>
              <a:gd name="adj" fmla="val 2727"/>
            </a:avLst>
          </a:prstGeom>
          <a:solidFill>
            <a:srgbClr val="F0F7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953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0" y="393192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positivo todos los meses.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el más flojo: la MP llegó al 90% del ingreso.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USD, mayo es ~la mitad de enero (no es solo inflación).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está el valor de verdad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23360" cy="44348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hallazgo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8120" y="228600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ambientales = el motor de margen.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Piletas 87% y disposición de líquidos 56%: con ~13% de los ingresos aportan más contribución que toda la exportación.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Exportación: mucho volumen, margen 4%.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expuesta al precio de la materia prima.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revisar: NFU y Bachas destruyen valor.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accionables + simulador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 de materia prima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1% la MP = +193 M. Es la palanca #1: la MP es el 87% del ingreso.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87452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Sanear segmentos negativos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NFU, Bachas, disp. sólidos: ~356 M perdidos. Reprecificar, bajar costo o discontinuar.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8745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851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alto margen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Piletas y disposición de líquidos (margen ≥40%). Poca inversión, alto retorno.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205740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Simulador de sensibilidad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de precio de MP y volumen → recalculan el resultado proyectado y el margen en vivo. Si la combinación da pérdida, avisa: la empresa no resiste una suba grande de MP sin compensar con volumen o precio.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MEJORA ESTRELLA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Margen de transformación por reacción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reacción es una mini-fábrica: entra MP barata, sale ARE caro. Medimos lo que deja, bacha por bacha.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 · reacción RX-2026-0014 (USD)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240280"/>
            <a:ext cx="4114800" cy="1828800"/>
          </a:xfrm>
          <a:prstGeom prst="roundRect">
            <a:avLst>
              <a:gd name="adj" fmla="val 4500"/>
            </a:avLst>
          </a:prstGeom>
          <a:solidFill>
            <a:srgbClr val="F0F7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la reacción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26680" y="2651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+191 USD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26680" y="33832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3,2% de margen · 32 USD por tonelada de MP · rendimiento 96,8%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206240"/>
            <a:ext cx="4114800" cy="1920240"/>
          </a:xfrm>
          <a:prstGeom prst="roundRect">
            <a:avLst>
              <a:gd name="adj" fmla="val 4286"/>
            </a:avLst>
          </a:prstGeom>
          <a:solidFill>
            <a:srgbClr val="FFF6F2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rendimiento manda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26680" y="46177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esa misma reacción rinde 92% en vez de 97%...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de ganar +191 USD a perder −104 USD.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caída de 5 puntos de rendimiento da vuelta el resultado.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Alertas: el sistema persigue los problemas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EF2F3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Margen negativo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 cuando una reacción pierde plata: el ARE producido valió menos que la materia prima + insumos. Severidad alta.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BE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933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 bajo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 cuando el rendimiento real cae por debajo del objetivo de la fórmula más de lo permitido. Avisa cuántos USD costó el desvío.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Aparecen solas en Estado de planta → Alertas, junto a lab pendiente, purga sin OK y tanque casi lleno.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umbral de rendimiento es editable (Condicionales). Solo mira reacciones de los últimos 20 días.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 ve el número en USD, el mismo día — no a fin de mes.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9456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C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FRASE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app ya no solo registra: ahora muestra dónde se gana y dónde se pierde, y avisa a tiempo.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y finanzas conectadas: el operario ve la misma palanca (materia prima + rendimiento) que mueve el resultado.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también avisa por WhatsApp: aviso por evento al operario/lab y digest diario al director. Próximo paso: cargar los contactos del bot.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WORMS · Panel de producción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· WHATSAPP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alertas ahora llegan al teléfono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EF2F3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Aviso por evento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alerta nueva (lab pendiente, tanque al límite, purga, margen) se envía al operario o al laboratorio apenas aparece. No se repite mientras siga abierta.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BE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933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 matutino al director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mañana, un solo mensaje: alertas abiertas (operativo) + ratio materia prima/ingreso y margen del último cierre (financiero).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corre solo cada 5 minutos. Cada alerta se guarda con estado (nueva / vista / resuelta) y se resuelve sola cuando el problema desaparece.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por rol: lo de planta va al operario y al laboratorio; lo de plata (margen y rendimiento) va al director.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sobre el bot de WhatsApp ya armado. Falta solo cargar los contactos para que empiece a enviar.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Asignación automática de tanque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 prima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los tanques de ese producto, activos. El resto ni se considera.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87452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Parámetros de laboratorio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 los tanques cuyo máximo de acidez, agua, sedimentos, azufre o fósforo no cumple el resultado del lab.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8745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8512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capacidad libre para los litros del camión (kg ÷ densidad). Si no entra, queda afuera.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205740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elige y cómo aprende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los tanques válidos elige el de mayor score aprendido; a igualdad, el de más lugar, y genera el movimiento de stock solo. Si el operario manda el material a otro tanque y deja el motivo, sube el score de ese y baja el del sugerido: la próxima vez acierta más.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WORMS · Mejoras de la app</dc:title>
  <dc:subject>PptxGenJS Presentation</dc:subject>
  <dc:creator>WORMS</dc:creator>
  <cp:lastModifiedBy>WORMS</cp:lastModifiedBy>
  <cp:revision>1</cp:revision>
  <dcterms:created xsi:type="dcterms:W3CDTF">2026-06-30T12:50:05Z</dcterms:created>
  <dcterms:modified xsi:type="dcterms:W3CDTF">2026-06-30T12:50:05Z</dcterms:modified>
</cp:coreProperties>
</file>